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498079" cy="4846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FFD000"/>
                </a:solidFill>
                <a:latin typeface="Consolas"/>
              </a:defRPr>
            </a:pPr>
            <a:r>
              <a:t>[ iQOO HACKATHON 2026 // HEALTHTECH &amp; ACCESSIBILITY ]</a:t>
            </a:r>
          </a:p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SIGNIFY</a:t>
            </a:r>
          </a:p>
          <a:p>
            <a:pPr>
              <a:defRPr sz="2400" b="1">
                <a:solidFill>
                  <a:srgbClr val="FFD000"/>
                </a:solidFill>
                <a:latin typeface="Segoe UI"/>
              </a:defRPr>
            </a:pPr>
            <a:r>
              <a:t>LET THE SILENCE BE HEARD.</a:t>
            </a:r>
          </a:p>
          <a:p>
            <a:br/>
            <a:pPr>
              <a:defRPr sz="1300">
                <a:solidFill>
                  <a:srgbClr val="9CA3AF"/>
                </a:solidFill>
                <a:latin typeface="Segoe UI"/>
              </a:defRPr>
            </a:pPr>
            <a:r>
              <a:t>A phone-first on-device AI bidirectional communication assistant bridging sign-language users and spoken voice using the Qualcomm Snapdragon Hexagon NPU and Kaggle ASL 250 ML foundation.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&lt; 18 ms LATENCY: On-device Hexagon NPU via Qualcomm QNN SDK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TWO-WAY BRIDGE: Sign → Speech AND Voice → Accessible Text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ZERO HALLUCINATION: Deterministic context-aware grammar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87968" y="1115568"/>
            <a:ext cx="2715768" cy="508406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_17900229505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188720"/>
            <a:ext cx="256946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01 // THE PROBLEM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WHEN COMMUNICATION BREAKS, EVERY SECOND MATTERS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Critical communication barriers in emergency triage, law enforcement, and everyday public life.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4000" b="1">
                <a:solidFill>
                  <a:srgbClr val="FFD000"/>
                </a:solidFill>
                <a:latin typeface="Consolas"/>
              </a:defRPr>
            </a:pPr>
            <a:r>
              <a:t>70M+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DEAF INDIVIDUALS WORLDWIDE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Sign language is their primary native language.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Face severe isolation in public healthcare and transit.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Written notes are too slow during medical trauma.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28416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4000" b="1">
                <a:solidFill>
                  <a:srgbClr val="FF3E3E"/>
                </a:solidFill>
                <a:latin typeface="Consolas"/>
              </a:defRPr>
            </a:pPr>
            <a:r>
              <a:t>&lt; 1%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HEARING POPULATION WHO SIGN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Over 99% of doctors and responders cannot read sign.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Severe risk of misunderstanding during traffic stops.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Patients cannot communicate pain level or allergies.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28416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4000" b="1">
                <a:solidFill>
                  <a:srgbClr val="06B6D4"/>
                </a:solidFill>
                <a:latin typeface="Consolas"/>
              </a:defRPr>
            </a:pPr>
            <a:r>
              <a:t>2-4 HRS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INTERPRETER ARRIVAL DELAY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Certified medical interpreters are rarely on-site.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Costs exceed $100/hr, inaccessible for daily errands.</a:t>
            </a:r>
          </a:p>
          <a:p>
            <a:br/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• Urgent care demands instant, on-device AI assistance.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02 // THE CORE NOVELTY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ISOLATED SIGNS ARE NOT A CONVERSATION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The fundamental barrier in AI sign language isn't just image classification — it is conversational synthesis.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100" b="1">
                <a:solidFill>
                  <a:srgbClr val="FF3E3E"/>
                </a:solidFill>
                <a:latin typeface="Consolas"/>
              </a:defRPr>
            </a:pPr>
            <a:r>
              <a:t>✕  STANDARD RESEARCH APPROACH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Raw Token Splatting Without Grammar</a:t>
            </a:r>
          </a:p>
          <a:p>
            <a:br/>
            <a:pPr>
              <a:defRPr sz="1150">
                <a:solidFill>
                  <a:srgbClr val="9CA3AF"/>
                </a:solidFill>
                <a:latin typeface="Segoe UI"/>
              </a:defRPr>
            </a:pPr>
            <a:r>
              <a:t>FLOW: Camera → Classifier → Dumps Raw Words</a:t>
            </a:r>
            <a:br/>
            <a:br/>
            <a:r>
              <a:t>OUTPUT: "WATER" ... "PLEASE" ... "WATER"</a:t>
            </a:r>
            <a:br/>
            <a:br/>
            <a:r>
              <a:t>• Sounds robotic and grammatically broken.</a:t>
            </a:r>
            <a:br/>
            <a:r>
              <a:t>• Confusing and slow for emergency doctors.</a:t>
            </a:r>
            <a:br/>
            <a:r>
              <a:t>• Single-frame jitter spams duplicate words.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100" b="1">
                <a:solidFill>
                  <a:srgbClr val="FFD000"/>
                </a:solidFill>
                <a:latin typeface="Consolas"/>
              </a:defRPr>
            </a:pPr>
            <a:r>
              <a:t>✓  SIGNIFY CONTEXT ENGINE (OUR NOVELTY)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Grounded Natural Sentence Synthesis</a:t>
            </a:r>
          </a:p>
          <a:p>
            <a:br/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FLOW: Camera → Verified Buffer → Context Grammar</a:t>
            </a:r>
            <a:br/>
            <a:br/>
            <a:r>
              <a:t>SYNTHESIS: [ WATER ] + [ PLEASE ] →</a:t>
            </a:r>
            <a:br/>
            <a:r>
              <a:t>"Please may I have some water?"</a:t>
            </a:r>
            <a:br/>
            <a:br/>
            <a:r>
              <a:t>• Medical triage: [ SICK ] + [ OWIE ] → "I am sick and experiencing severe pain."</a:t>
            </a:r>
            <a:br/>
            <a:r>
              <a:t>• 100% Deterministic &amp; Zero-Hallucination.</a:t>
            </a:r>
            <a:br/>
            <a:r>
              <a:t>• Fluent, human-first communication.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03 // PRODUCT ARCHITECTURE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THE SMARTPHONE AS A TWO-WAY INTERACTION BRIDGE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Signify completes the communication loop: Forward Sign → Speech and Reverse Voice → Accessible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2103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FFD000"/>
                </a:solidFill>
                <a:latin typeface="Consolas"/>
              </a:defRPr>
            </a:pPr>
            <a:r>
              <a:t>▶ FORWARD DIRECTION: GESTURE → VOICE (FOR HEARING LISTENER)</a:t>
            </a:r>
          </a:p>
          <a:p>
            <a:pPr>
              <a:defRPr sz="950">
                <a:solidFill>
                  <a:srgbClr val="FFFFFF"/>
                </a:solidFill>
                <a:latin typeface="Consolas"/>
              </a:defRPr>
            </a:pPr>
            <a:r>
              <a:t>Camera Ingest (543 Landmarks) ──► TFLite ASL 250 ──► Sentence Engine ──► Audio Broadcast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Deaf signer signs in camera reticle → Synthesizes fluent speech out of phone's stereo speakers.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6858000" cy="2103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▶ REVERSE DIRECTION: VOICE → ACCESSIBLE TEXT (FOR DEAF SIGNER)</a:t>
            </a:r>
          </a:p>
          <a:p>
            <a:pPr>
              <a:defRPr sz="950">
                <a:solidFill>
                  <a:srgbClr val="FFFFFF"/>
                </a:solidFill>
                <a:latin typeface="Consolas"/>
              </a:defRPr>
            </a:pPr>
            <a:r>
              <a:t>Dual Mic Array ──► Real-Time STT ──► Noise Filter ──► 24pt High-Contrast Subtitles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Hearing doctor/officer speaks → Instant oversized readable text displayed for the deaf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00229505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04 // LIVE PROTOTYPE REALITY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KAGGLE ASL 250 ML VISION FOUNDATION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Active live camera vision with MediaPipe landmark tracking and TFLite model running right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200" b="1">
                <a:solidFill>
                  <a:srgbClr val="FFD000"/>
                </a:solidFill>
                <a:latin typeface="Consolas"/>
              </a:defRPr>
            </a:pPr>
            <a:r>
              <a:t>VISION EXTRACTION &amp; INFERENCE PIPELINE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1. CAMERA INGEST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60 FPS mirror vision with custom high-contrast gold reticle.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2. MEDIAPIPE TRACKING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543 spatial coordinates (468 face mesh, 21 pose, 42 dual-hand points).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3. TFLITE SIGNATURE RUNNER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Rolling 45-frame buffer fed into 1D-CNN/Transformer encoder.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4. KAGGLE 250 VOCABULARY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Predicts authentic classes (e.g. SICK, OWIE, WATER, PLEASE, CALL ON PHONE).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5. LIVE CLOUD BRIDGE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Render FastAPI backend (https://signifyprototype.onrender.com) connected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0023242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05 // TRUST &amp; CLINICAL SAFETY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DUAL SAFETY GATING: 70% CONFIDENCE &amp; TEMPORAL STABILITY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Medical and emergency contexts cannot tolerate random AI hallucinations or single-frame jitter.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✓ ACCEPTED GESTURE (≥ 70.0% CONFIDENCE)</a:t>
            </a:r>
          </a:p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Strict Threshold + 2-Frame Temporal Lock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• Softmax Probability ≥ 70.0% required.</a:t>
            </a:r>
            <a:br/>
            <a:r>
              <a:t>• Temporal Filter: Gesture must persist stably for at least 2 consecutive frames.</a:t>
            </a:r>
            <a:br/>
            <a:r>
              <a:t>• Haptic Pulse: 1 crisp physical vibration pulse (45ms).</a:t>
            </a:r>
            <a:br/>
            <a:r>
              <a:t>• Deduplication: Prevents stuttering spam (e.g. SICK SICK SICK).</a:t>
            </a:r>
            <a:br/>
            <a:r>
              <a:t>• Result: Token safely appended to word buffer.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100" b="1">
                <a:solidFill>
                  <a:srgbClr val="FF3E3E"/>
                </a:solidFill>
                <a:latin typeface="Consolas"/>
              </a:defRPr>
            </a:pPr>
            <a:r>
              <a:t>✕ REJECTED GESTURE (&lt; 70.0% CONFIDENCE)</a:t>
            </a:r>
          </a:p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Safety-Gate Retry &amp; Haptic Cue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• Suppresses ambiguous transitions (e.g. 52% blurred hand motions).</a:t>
            </a:r>
            <a:br/>
            <a:r>
              <a:t>• Zero Hallucination: Never passes unverified words to the sentence engine.</a:t>
            </a:r>
            <a:br/>
            <a:r>
              <a:t>• Silent Cue: 2 quick vibration pulses prompt user to re-sign.</a:t>
            </a:r>
            <a:br/>
            <a:r>
              <a:t>• HUD Status: Flashes amber reticle: 'POSITION HAND IN FRAME'.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06 // MEANINGFUL SENTENCE SYNTHESIS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GROUNDED CONTEXT-AWARE SENTENCE BUILDER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Turning recognized gesture tokens into grammatically complete, natural English sentences.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200" b="1">
                <a:solidFill>
                  <a:srgbClr val="FFD000"/>
                </a:solidFill>
                <a:latin typeface="Consolas"/>
              </a:defRPr>
            </a:pPr>
            <a:r>
              <a:t>DETERMINISTIC GRAMMAR SYNTHESIS</a:t>
            </a:r>
          </a:p>
          <a:p>
            <a:br/>
            <a:pPr>
              <a:defRPr sz="1050" b="1">
                <a:solidFill>
                  <a:srgbClr val="06B6D4"/>
                </a:solidFill>
                <a:latin typeface="Consolas"/>
              </a:defRPr>
            </a:pPr>
            <a:r>
              <a:t>• [ WATER ] + [ PLEASE ]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  →  "Please may I have some water?"</a:t>
            </a:r>
          </a:p>
          <a:p>
            <a:br/>
            <a:pPr>
              <a:defRPr sz="1050" b="1">
                <a:solidFill>
                  <a:srgbClr val="06B6D4"/>
                </a:solidFill>
                <a:latin typeface="Consolas"/>
              </a:defRPr>
            </a:pPr>
            <a:r>
              <a:t>• [ SICK ] + [ OWIE ]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  →  "I am sick and experiencing severe pain."</a:t>
            </a:r>
          </a:p>
          <a:p>
            <a:br/>
            <a:pPr>
              <a:defRPr sz="1050" b="1">
                <a:solidFill>
                  <a:srgbClr val="06B6D4"/>
                </a:solidFill>
                <a:latin typeface="Consolas"/>
              </a:defRPr>
            </a:pPr>
            <a:r>
              <a:t>• [ POLICE ] + [ CALL ON PHONE ]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  →  "Please call the police immediately."</a:t>
            </a:r>
          </a:p>
          <a:p>
            <a:br/>
            <a:pPr>
              <a:defRPr sz="1050" b="1">
                <a:solidFill>
                  <a:srgbClr val="06B6D4"/>
                </a:solidFill>
                <a:latin typeface="Consolas"/>
              </a:defRPr>
            </a:pPr>
            <a:r>
              <a:t>• [ WHERE ] + [ BATH ]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  →  "Excuse me, where is the nearest restroom?"</a:t>
            </a:r>
          </a:p>
          <a:p>
            <a:br/>
            <a:pPr>
              <a:defRPr sz="1050" b="1">
                <a:solidFill>
                  <a:srgbClr val="06B6D4"/>
                </a:solidFill>
                <a:latin typeface="Consolas"/>
              </a:defRPr>
            </a:pPr>
            <a:r>
              <a:t>• [ BYE ]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  →  "Goodbye, have a great day!" (Single-token synthesis)</a:t>
            </a:r>
          </a:p>
          <a:p>
            <a:br/>
            <a:pPr>
              <a:defRPr sz="1000" b="1">
                <a:solidFill>
                  <a:srgbClr val="FFD000"/>
                </a:solidFill>
                <a:latin typeface="Consolas"/>
              </a:defRPr>
            </a:pPr>
            <a:r>
              <a:t>▶ Latency: &lt; 2ms  |  Hallucination: 0%  |  Resilience: 100% Offline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0023288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07 // LIVE TWO-WAY DIALOGUE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TWO-WAY LIVE CONVERSATION STREAM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A unified conversation stream bridging both participants with instant audio playback.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200" b="1">
                <a:solidFill>
                  <a:srgbClr val="FFD000"/>
                </a:solidFill>
                <a:latin typeface="Consolas"/>
              </a:defRPr>
            </a:pPr>
            <a:r>
              <a:t>FULL TWO-WAY COMMUNICATION BRIDGE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DISTINCT SPEAKER ROLES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Gold badge for SIGN (YOU) vs. Gray card for SPEECH (OTHER PERSON).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SIGN TOKEN TRACEABILITY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Shows underlying Kaggle tokens (e.g. [HELLO HOW YOU], [BYE]).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ONE-TOUCH AUDIO PLAYBACK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Play/Stop speech synthesis button on every chat bubble.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QUICK ACTIONS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[ 🤟 SIGN ] camera modal &amp; [ 🎤 SPEAK ] voice modal always available.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CONVERSATION MEMORY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Maintains full transcript for medical triage or emergency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00233586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08 // REVERSE VOICE INGEST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VOICE-TO-TEXT: LISTENING TO THE HEARING PARTNER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Capturing speech in high-noise environments with real-time waveform feedback.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200" b="1">
                <a:solidFill>
                  <a:srgbClr val="06B6D4"/>
                </a:solidFill>
                <a:latin typeface="Consolas"/>
              </a:defRPr>
            </a:pPr>
            <a:r>
              <a:t>VOICE CAPTURE &amp; TRANSCRIPTION FEATURES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ONE-TAP VOICE CAPTURE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Large high-contrast microphone button designed for effortless hand-off.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REAL-TIME WAVEFORM FEEDBACK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Visual pulsing waveform confirms active audio capture to the deaf user.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DIRECTIONAL NOISE SUPPRESSION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Leverages iQOO dual-microphone array to isolate speech from ambient hospital noise.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SINGLE-DISPATCH TRANSCRIPTION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Zero-duplicate dispatch engine prevents echo messages in the chat stream.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0023432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09 // HIGH-CONTRAST ACCESSIBILITY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ACCESSIBLE HIGH-CONTRAST READOUT FOR SIGNERS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Clear, legible visual output designed for readability across a hospital bed or desk.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2A2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200" b="1">
                <a:solidFill>
                  <a:srgbClr val="FFD000"/>
                </a:solidFill>
                <a:latin typeface="Consolas"/>
              </a:defRPr>
            </a:pPr>
            <a:r>
              <a:t>DEAF-FIRST ERGONOMIC DESIGN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24pt HIGH-CONTRAST DISPLAY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Bold white text framed in glowing cyber-gold card on OLED black.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100% VISIBLE STATUS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Instant visual confirmation that the speech has been accurately converted.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AUDIO REPLAY CONTROL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Replay button allows deaf user to verify what audio was transcribed.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▶ ONE-CLICK TO CONVERSATION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Instantly appends transcribed speech to the unified conversation bridge.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39328" y="1572768"/>
            <a:ext cx="2432304" cy="4535424"/>
          </a:xfrm>
          <a:prstGeom prst="roundRect">
            <a:avLst/>
          </a:prstGeom>
          <a:solidFill>
            <a:srgbClr val="0E0F14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00235657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2286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10 // HARDWARE ACCELERATION BENCHMARK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QUALCOMM SNAPDRAGON HEXAGON NPU ACCELERATION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Unlocking sub-18ms on-device inference using Qualcomm AI Engine Direct (QNN SDK).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defRPr sz="1100" b="1">
                <a:solidFill>
                  <a:srgbClr val="FFD000"/>
                </a:solidFill>
                <a:latin typeface="Consolas"/>
              </a:defRPr>
            </a:pPr>
            <a:r>
              <a:t>HARDWARE PIPELINE: CAMERA (60 FPS) → MEDIAPIPE (543 KEYPOINTS) → TFLITE (INT8) → QUALCOMM QNN → HEXAGON DSP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Direct AHARDWAREBUFFER memory binding offloads matrix math directly to Hexagon NPU with zero CPU memory copies.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2468880" cy="320040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000" b="1">
                <a:solidFill>
                  <a:srgbClr val="9CA3AF"/>
                </a:solidFill>
                <a:latin typeface="Consolas"/>
              </a:defRPr>
            </a:pPr>
            <a:r>
              <a:t>INFERENCE LATENCY</a:t>
            </a:r>
          </a:p>
          <a:p>
            <a:pPr>
              <a:defRPr sz="2800" b="1">
                <a:solidFill>
                  <a:srgbClr val="FFD000"/>
                </a:solidFill>
                <a:latin typeface="Consolas"/>
              </a:defRPr>
            </a:pPr>
            <a:r>
              <a:t>&lt; 18 ms</a:t>
            </a:r>
          </a:p>
          <a:p>
            <a:br/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vs. CPU: 145 ms</a:t>
            </a:r>
            <a:br/>
            <a:r>
              <a:t>vs. Cloud: 280 ms</a:t>
            </a:r>
            <a:br/>
            <a:r>
              <a:t>Real-time 60 FPS sub-frame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834640"/>
            <a:ext cx="2468880" cy="320040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000" b="1">
                <a:solidFill>
                  <a:srgbClr val="9CA3AF"/>
                </a:solidFill>
                <a:latin typeface="Consolas"/>
              </a:defRPr>
            </a:pPr>
            <a:r>
              <a:t>POWER EFFICIENCY</a:t>
            </a:r>
          </a:p>
          <a:p>
            <a:pPr>
              <a:defRPr sz="2800" b="1">
                <a:solidFill>
                  <a:srgbClr val="10B981"/>
                </a:solidFill>
                <a:latin typeface="Consolas"/>
              </a:defRPr>
            </a:pPr>
            <a:r>
              <a:t>0.42 W</a:t>
            </a:r>
          </a:p>
          <a:p>
            <a:br/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vs. CPU: 3.8 W</a:t>
            </a:r>
            <a:br/>
            <a:r>
              <a:t>No phone overheating.</a:t>
            </a:r>
            <a:br/>
            <a:r>
              <a:t>All-day continuous operation.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34640"/>
            <a:ext cx="2468880" cy="320040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000" b="1">
                <a:solidFill>
                  <a:srgbClr val="9CA3AF"/>
                </a:solidFill>
                <a:latin typeface="Consolas"/>
              </a:defRPr>
            </a:pPr>
            <a:r>
              <a:t>BANDWIDTH COST</a:t>
            </a:r>
          </a:p>
          <a:p>
            <a:pPr>
              <a:defRPr sz="2800" b="1">
                <a:solidFill>
                  <a:srgbClr val="06B6D4"/>
                </a:solidFill>
                <a:latin typeface="Consolas"/>
              </a:defRPr>
            </a:pPr>
            <a:r>
              <a:t>0 KB/s</a:t>
            </a:r>
          </a:p>
          <a:p>
            <a:br/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vs. Cloud: 120 KB/s/frame</a:t>
            </a:r>
            <a:br/>
            <a:r>
              <a:t>100% offline.</a:t>
            </a:r>
            <a:br/>
            <a:r>
              <a:t>Works in elevators &amp; flights.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834640"/>
            <a:ext cx="2468880" cy="320040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000" b="1">
                <a:solidFill>
                  <a:srgbClr val="9CA3AF"/>
                </a:solidFill>
                <a:latin typeface="Consolas"/>
              </a:defRPr>
            </a:pPr>
            <a:r>
              <a:t>DATA PRIVACY</a:t>
            </a:r>
          </a:p>
          <a:p>
            <a:pPr>
              <a:defRPr sz="2800" b="1">
                <a:solidFill>
                  <a:srgbClr val="FFFFFF"/>
                </a:solidFill>
                <a:latin typeface="Consolas"/>
              </a:defRPr>
            </a:pPr>
            <a:r>
              <a:t>100% LOCAL</a:t>
            </a:r>
          </a:p>
          <a:p>
            <a:br/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Zero video leaves device.</a:t>
            </a:r>
            <a:br/>
            <a:r>
              <a:t>Full HIPAA medical privacy compliance.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11 // ANDROID IMPLEMENTATION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HOW SIGNIFY RUNS ON AN IQOO ANDROID PHONE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Two clear pathways: Rapid APK packaging for hackathons and the native Jetpack CameraX production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200" b="1">
                <a:solidFill>
                  <a:srgbClr val="FFD000"/>
                </a:solidFill>
                <a:latin typeface="Consolas"/>
              </a:defRPr>
            </a:pPr>
            <a:r>
              <a:t>PATH A: RAPID APK / PWA PACKAGING</a:t>
            </a:r>
          </a:p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Capacitor Mobile Wrapper &amp; WebAPK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• Capacitor CLI: Wraps Vite/React build into native Android Studio project.</a:t>
            </a:r>
            <a:br/>
            <a:r>
              <a:t>• Manifest Permissions: Camera, Record Audio, Vibrator.</a:t>
            </a:r>
            <a:br/>
            <a:r>
              <a:t>• APK Build: Compiles standalone .apk installable on any Android device.</a:t>
            </a:r>
            <a:br/>
            <a:r>
              <a:t>• Instant PWA: Judges opening our Vercel link on Android get an 'Install App' prompt for full-screen standalone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200" b="1">
                <a:solidFill>
                  <a:srgbClr val="06B6D4"/>
                </a:solidFill>
                <a:latin typeface="Consolas"/>
              </a:defRPr>
            </a:pPr>
            <a:r>
              <a:t>PATH B: NATIVE ANDROID STACK (iQOO FLAGSHIP)</a:t>
            </a:r>
          </a:p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Deep Qualcomm QNN &amp; Android OS Pipeline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CameraX ImageAnalysis: 60 FPS zero-copy YUV stream from camera sensor.</a:t>
            </a:r>
            <a:br/>
            <a:r>
              <a:t>• MediaPipe Tasks Vision SDK: Native Android HandLandmarker extraction.</a:t>
            </a:r>
            <a:br/>
            <a:r>
              <a:t>• TFLite QNN Delegate: libQnnTfliteDelegate.so offloads tensor math to Hexagon NPU.</a:t>
            </a:r>
            <a:br/>
            <a:r>
              <a:t>• VibratorService: Precise linear resonant haptic confirmation pulses.</a:t>
            </a:r>
            <a:br/>
            <a:r>
              <a:t>• Android TTS: Low-latency on-device vocal synthesis.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12 // PRODUCTION TIMELINE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FROM PROTOTYPE TO SYSTEM-LEVEL ACCESSIBILITY SERVICE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A phased engineering roadmap to bring Signify to every iQOO user.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950" b="1">
                <a:solidFill>
                  <a:srgbClr val="10B981"/>
                </a:solidFill>
                <a:latin typeface="Consolas"/>
              </a:defRPr>
            </a:pPr>
            <a:r>
              <a:t>PHASE 1  [COMPLETED]</a:t>
            </a:r>
          </a:p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WEB PROTOTYPE &amp; ML BACKEND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Deployed on Vercel.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FastAPI on Render cloud.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250 Kaggle classes mapped.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70% confidence gating.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Sentence engine active.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950" b="1">
                <a:solidFill>
                  <a:srgbClr val="FFD000"/>
                </a:solidFill>
                <a:latin typeface="Consolas"/>
              </a:defRPr>
            </a:pPr>
            <a:r>
              <a:t>PHASE 2  [NEXT 60 DAYS]</a:t>
            </a:r>
          </a:p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NATIVE ANDROID &amp; NPU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Capacitor APK packaging.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CameraX integration.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Qualcomm QNN delegate compilation for Hexagon NPU.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&lt; 0.45W power target.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950" b="1">
                <a:solidFill>
                  <a:srgbClr val="06B6D4"/>
                </a:solidFill>
                <a:latin typeface="Consolas"/>
              </a:defRPr>
            </a:pPr>
            <a:r>
              <a:t>PHASE 3  [6 MONTHS]</a:t>
            </a:r>
          </a:p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CONTINUOUS SIGNING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Continuous sign language recognition (SLR).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Multi-language support (ISL, BSL, ASL).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Custom medical dictionary.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PHASE 4  [1 YEAR]</a:t>
            </a:r>
          </a:p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OriginOS SYSTEM SERVICE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Triple-press power button trigger.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Floating PiP bubble over video calls.</a:t>
            </a:r>
          </a:p>
          <a:p>
            <a:br/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vivo/iQOO Office Kit bridge for Zoom &amp; Teams.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D000"/>
                </a:solidFill>
                <a:latin typeface="Consolas"/>
              </a:defRPr>
            </a:pPr>
            <a:r>
              <a:t>13 // CLOSING VISION</a:t>
            </a:r>
          </a:p>
          <a:p>
            <a:pPr>
              <a:defRPr sz="2100" b="1">
                <a:solidFill>
                  <a:srgbClr val="FFFFFF"/>
                </a:solidFill>
                <a:latin typeface="Segoe UI"/>
              </a:defRPr>
            </a:pPr>
            <a:r>
              <a:t>COMMUNICATION IS A HUMAN RIGHT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Signify proves that accessible on-device AI can bridge worlds without expensive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5A5F6E"/>
                </a:solidFill>
                <a:latin typeface="Consolas"/>
              </a:defRPr>
            </a:pPr>
            <a:r>
              <a:t>SIGNIFY // iQOO HACKATHON 2026  |  PHONE-FIRST ON-DEVICE AI  |  QUALCOMM SNAPDRAGON HEXAGON NPU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2141A"/>
          </a:solidFill>
          <a:ln w="15240">
            <a:solidFill>
              <a:srgbClr val="FFD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defRPr sz="3600" b="1">
                <a:solidFill>
                  <a:srgbClr val="FFD000"/>
                </a:solidFill>
                <a:latin typeface="Segoe UI"/>
              </a:defRPr>
            </a:pPr>
            <a:r>
              <a:t>LET THE SILENCE BE HEARD.</a:t>
            </a:r>
          </a:p>
          <a:p>
            <a:br/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Over 70 million people are waiting for technology to treat their language with dignity.</a:t>
            </a:r>
            <a:br/>
            <a:r>
              <a:t>Signify combines Qualcomm Snapdragon NPU performance, 70% confidence safety gating, and phone-first ergonomics to deliver immediate, two-way conversational freedom.</a:t>
            </a:r>
          </a:p>
          <a:p>
            <a:br/>
            <a:pPr>
              <a:defRPr sz="1150" b="1">
                <a:solidFill>
                  <a:srgbClr val="06B6D4"/>
                </a:solidFill>
                <a:latin typeface="Consolas"/>
              </a:defRPr>
            </a:pPr>
            <a:r>
              <a:t>▶ LIVE PROTOTYPE: Test deployed web application on Vercel.</a:t>
            </a:r>
            <a:br/>
            <a:r>
              <a:t>▶ ML BACKEND: Live on Render (https://signifyprototype.onrender.com).</a:t>
            </a:r>
            <a:br/>
            <a:r>
              <a:t>▶ CODE REPOSITORY: https://github.com/WHENKEY2007/signifyprototype</a:t>
            </a:r>
            <a:br/>
            <a:r>
              <a:t>▶ HARDWARE TARGET: Qualcomm Snapdragon Hexagon NPU (iQOO 15 Flagship).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